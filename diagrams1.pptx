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CC23E-A878-4CD9-8B4E-5A2940CBF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AF9CAD-A049-42A9-A5CA-4E756BC1C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6D47F-BC8C-4ABA-A88B-60E0885D2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3220-6282-4485-9D54-EB007296BC1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F3E78-024B-4CCD-9EB4-398030791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653BC-69BD-484B-9B08-5116C1B73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55BE-1869-4243-97CF-A01CD414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107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EEAD6-9110-4455-B601-F6114AD90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E6B85-BBA7-4EB4-8DF9-2FB306EA6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A1C21-220F-4DFB-AF32-C1BE7405C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3220-6282-4485-9D54-EB007296BC1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3D9CE-0635-4607-814F-1ED798327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376D8-A4EA-4A1B-9D18-998725B2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55BE-1869-4243-97CF-A01CD414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044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9967-61E8-470A-91FC-3D32168F1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33B5D-BF6D-41AE-A520-F664B069D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2E39B-BFA7-43BC-AAEF-E195AD0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3220-6282-4485-9D54-EB007296BC1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79D15-8D8E-496F-94E6-2D3A1BE2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D9A0-78C6-4BA3-9E7D-20D50DC2A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55BE-1869-4243-97CF-A01CD414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977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9D740-F073-4239-890B-DCB265BB3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1CC54-F8AD-43C9-8507-F28D8D6987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D576A-BFF2-4E04-A4AF-52A0CFD10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71643-D4B6-4F54-8C81-AE0682E6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3220-6282-4485-9D54-EB007296BC1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0F0F7-1D7A-4D62-858D-E3E6F91A4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6A029-4E2A-4D4E-AB42-B5751135A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55BE-1869-4243-97CF-A01CD414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393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9C0B2-8143-48AF-93B4-519483F3B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ED983-01F7-4884-AAEC-68AEE4F00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53061-A32F-42B1-B32D-C3902DCB7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9DFDC7-F419-46DA-8845-FDFB7DDA3A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39A22F-25AA-4025-9987-DBB9EA019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D018B-87EC-43B8-AA25-65C495CC5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3220-6282-4485-9D54-EB007296BC1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DAB20E-6F70-43A0-BDB0-2AD1F52F1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9E4917-9138-48A4-ABB0-2707C0CB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55BE-1869-4243-97CF-A01CD414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23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DF6AC-CA99-42C4-B72A-BBFA875A0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EBD8B5-61FC-487B-BCFB-773FBED2F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3220-6282-4485-9D54-EB007296BC1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AB502-6FEF-495D-B091-F1A23C766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575F7-46C5-4D6A-99BA-8CD46B90E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55BE-1869-4243-97CF-A01CD414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839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044A9-BF2E-4D95-99F4-04DC99EDA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3220-6282-4485-9D54-EB007296BC1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CD7D9-D21B-42CD-9CD1-082F58B47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4B17D-32B1-41C8-9F17-22D0F00C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55BE-1869-4243-97CF-A01CD414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419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9410-19EF-4279-807F-D91F46CD7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0D3BB-0823-4598-84E1-56036105D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CCBDB-8C89-4AFC-844B-C4417B946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FBE1E-5542-49B9-9150-26941579A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3220-6282-4485-9D54-EB007296BC1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2C535-1B24-44CE-9027-780C3A855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38677-99D1-4B54-B21C-9F0097E9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55BE-1869-4243-97CF-A01CD414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960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42651-72D9-4DB2-9410-79BEB669D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336CA8-083D-4952-9A60-824ABAE4F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B5FE1-2886-40AA-9CD9-1AB4BAB15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6D3E5-4A94-4E37-AFB0-BF1AD4755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3220-6282-4485-9D54-EB007296BC1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FCA53-F463-4C4D-B3D5-7FDFE1992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CBF29-023A-4C36-83CD-282D128E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55BE-1869-4243-97CF-A01CD414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826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3284A-9CAC-484C-AC9B-73F57CE42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A2E77-E0C9-46DE-988B-9276743E5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F0D-D79A-47B0-820B-1624B6EE3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3220-6282-4485-9D54-EB007296BC1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F5ACD-FA7F-45A8-BC16-11D62A26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12AA4-9A43-460E-8A10-07CF2DF7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55BE-1869-4243-97CF-A01CD414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745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D8D5C6-09C8-4B34-B31B-5064DC5E73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FC009C-0CF2-4740-A7B2-D7DFF6296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1C081-EFE2-40A7-AA60-BDA0B381C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3220-6282-4485-9D54-EB007296BC1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0E8DF-8E8F-4D94-8BEA-5BAEB5C3B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6C8EF-0DF0-4A02-AF3E-873C83EFA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55BE-1869-4243-97CF-A01CD414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107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A7E957-03BB-44EC-913D-DF5E60CAC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D02EC-91D2-47A3-A95E-42463F611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F685A-9608-4C66-9FE4-F56149807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63220-6282-4485-9D54-EB007296BC1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45365-30E1-4109-817C-D6BB31FA7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24DA1-59DF-4124-B678-2BB1DEB35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255BE-1869-4243-97CF-A01CD414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45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1EE2D0-DC41-44D2-ABF5-8D5BE60DE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84" y="423443"/>
            <a:ext cx="7211431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58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0E2F06-653E-4A8B-BC15-C24061441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732" y="652075"/>
            <a:ext cx="7068536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420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E44044-32A9-4CE0-8934-BFC1FA38D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05" y="201706"/>
            <a:ext cx="5074024" cy="61453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0F4B78-3F6A-4479-86D2-E38F5767F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529" y="699247"/>
            <a:ext cx="6298114" cy="564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37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Ananya Ramesh</dc:creator>
  <cp:lastModifiedBy>Ananya Ramesh</cp:lastModifiedBy>
  <cp:revision>1</cp:revision>
  <dcterms:created xsi:type="dcterms:W3CDTF">2026-02-04T06:10:04Z</dcterms:created>
  <dcterms:modified xsi:type="dcterms:W3CDTF">2026-02-04T07:23:44Z</dcterms:modified>
</cp:coreProperties>
</file>